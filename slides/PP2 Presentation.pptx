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7" r:id="rId5"/>
    <p:sldId id="293" r:id="rId6"/>
    <p:sldId id="333" r:id="rId7"/>
    <p:sldId id="334" r:id="rId8"/>
    <p:sldId id="338" r:id="rId9"/>
    <p:sldId id="335" r:id="rId10"/>
    <p:sldId id="336" r:id="rId11"/>
    <p:sldId id="339" r:id="rId12"/>
    <p:sldId id="337" r:id="rId13"/>
    <p:sldId id="32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602363-1900-4EE9-B520-D3860E99E001}" v="66" dt="2026-03-08T19:59:08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3/8/2026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238047&amp;picture=problem-solved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141574894@N07/26938112844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leap.com/top-4-quick-useful-tips-for-your-introduction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leap.com/top-4-quick-useful-tips-for-your-introduction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folder with a lock&#10;&#10;AI-generated content may be incorrect.">
            <a:extLst>
              <a:ext uri="{FF2B5EF4-FFF2-40B4-BE49-F238E27FC236}">
                <a16:creationId xmlns:a16="http://schemas.microsoft.com/office/drawing/2014/main" id="{EF7DBD87-3D59-454B-79FA-FCB2FDB82C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496122"/>
            <a:ext cx="10363200" cy="1470025"/>
          </a:xfrm>
        </p:spPr>
        <p:txBody>
          <a:bodyPr/>
          <a:lstStyle/>
          <a:p>
            <a:r>
              <a:rPr lang="en-US" err="1">
                <a:latin typeface="Adobe Devanagari"/>
              </a:rPr>
              <a:t>SafeLAN</a:t>
            </a:r>
            <a:r>
              <a:rPr lang="en-US">
                <a:latin typeface="Adobe Devanagari"/>
              </a:rPr>
              <a:t>: Adaptive Secure File System for LAN environment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248722"/>
            <a:ext cx="8534400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RP-25-26J-067 </a:t>
            </a:r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FFD0-FBB5-7CAC-68FE-4AF21DFD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34F1-FE4E-AD09-6AF4-7DEBC37F6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286191"/>
            <a:ext cx="10363200" cy="147002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Research Motivation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F4B05-5DFA-AF41-0623-5EE04DF34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9639" y="4846096"/>
            <a:ext cx="8396747" cy="11250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ea typeface="Cambria"/>
              </a:rPr>
              <a:t>The motivation of this research is to develop a secure file system for LAN environment with attributes that doesn’t require the usage of the Internet.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93C821-73FD-D3B7-ACEE-A365C3917877}"/>
              </a:ext>
            </a:extLst>
          </p:cNvPr>
          <p:cNvSpPr txBox="1">
            <a:spLocks/>
          </p:cNvSpPr>
          <p:nvPr/>
        </p:nvSpPr>
        <p:spPr>
          <a:xfrm>
            <a:off x="914400" y="4892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Research Problem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7F3BDB6-3FF4-6F27-1987-E8B65E6E268F}"/>
              </a:ext>
            </a:extLst>
          </p:cNvPr>
          <p:cNvSpPr txBox="1">
            <a:spLocks/>
          </p:cNvSpPr>
          <p:nvPr/>
        </p:nvSpPr>
        <p:spPr>
          <a:xfrm>
            <a:off x="1779639" y="1663159"/>
            <a:ext cx="8396748" cy="16023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r>
              <a:rPr lang="en-US" sz="2000" dirty="0">
                <a:solidFill>
                  <a:schemeClr val="tx1"/>
                </a:solidFill>
                <a:ea typeface="+mn-lt"/>
                <a:cs typeface="+mn-lt"/>
              </a:rPr>
              <a:t>Many advanced security features today are internet or cloud-dependent. As a result, LAN only environments are left with much weaker protections. </a:t>
            </a:r>
            <a:endParaRPr lang="en-US" dirty="0">
              <a:solidFill>
                <a:schemeClr val="tx1"/>
              </a:solidFill>
              <a:ea typeface="Cambri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66618B-C32D-92B0-DB4D-41A5F1D8E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9533"/>
          <a:stretch>
            <a:fillRect/>
          </a:stretch>
        </p:blipFill>
        <p:spPr>
          <a:xfrm rot="20852244">
            <a:off x="10624766" y="3087861"/>
            <a:ext cx="1305670" cy="12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09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E471A-1CCB-6689-6313-35D83307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2D8012-D087-F279-6434-8E1AEECEE0AB}"/>
              </a:ext>
            </a:extLst>
          </p:cNvPr>
          <p:cNvSpPr txBox="1">
            <a:spLocks/>
          </p:cNvSpPr>
          <p:nvPr/>
        </p:nvSpPr>
        <p:spPr>
          <a:xfrm>
            <a:off x="580103" y="2398171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7771BAF-8E74-E10A-79AA-369CD46ADDA0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22046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Cambria"/>
              </a:rPr>
              <a:t>Protects files from unauthorized access.</a:t>
            </a: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Cambria"/>
              </a:rPr>
              <a:t>Smooth operation without the use of Internet.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ea typeface="Cambria"/>
              </a:rPr>
              <a:t>Multiple security features in one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3D6A09C-9350-9B16-8F51-764E8C8B1279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Why our solution matters 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91DB79-0714-93E1-34D3-A9920EEA3F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82871" y="4473655"/>
            <a:ext cx="2060432" cy="137147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DF7B9F-829C-0D3C-1257-636B11490DDF}"/>
              </a:ext>
            </a:extLst>
          </p:cNvPr>
          <p:cNvSpPr txBox="1"/>
          <p:nvPr/>
        </p:nvSpPr>
        <p:spPr>
          <a:xfrm>
            <a:off x="2297724" y="6970102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flickr.com/photos/141574894@N07/26938112844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62525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FE079-6573-4E8C-2615-83B0CDB5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905B8C-4C54-FBEE-1519-4BDD8832B329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AEC9625-D9CF-E6AF-6E88-43FD893EF83F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30502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Summary : </a:t>
            </a:r>
            <a:r>
              <a:rPr lang="en-US" sz="2000" dirty="0">
                <a:solidFill>
                  <a:schemeClr val="tx1"/>
                </a:solidFill>
                <a:ea typeface="Cambria"/>
              </a:rPr>
              <a:t>Secure desktop-based file System for LAN environments with multiple security features. </a:t>
            </a: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Key Features delivered : 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Hand gesture based 2FA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Face Recognition Authentication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Mouse Movement Behavioral Recognition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Keystroke Dynamics Recognition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Blockchain-Based Security Logging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b="1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7AC8A7-0DBC-A99F-6A31-17C58F023AFF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Solution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45458-625F-8A16-5997-CBDC62F7C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988689" y="420920"/>
            <a:ext cx="1136511" cy="14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30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6BB2C-B190-4A63-2740-A09FA477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BE6D59-EFCD-6E74-FFB0-457932AA7B56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9C7422F-A3CC-79E4-0790-602D3769FFA8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38073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Non – functional focus : 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Scalability - Can add/reduce no of clients.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Usability - Simple, user - friendly interfaces.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Security - Securely storing sensitive data.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Accuracy - Biometrics work with great accuracy.</a:t>
            </a:r>
          </a:p>
          <a:p>
            <a:pPr algn="l"/>
            <a:endParaRPr lang="en-US" sz="2000" b="1" dirty="0">
              <a:solidFill>
                <a:schemeClr val="tx1"/>
              </a:solidFill>
              <a:ea typeface="Cambria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Current Completion status :</a:t>
            </a:r>
            <a:r>
              <a:rPr lang="en-US" sz="2000" dirty="0">
                <a:solidFill>
                  <a:schemeClr val="tx1"/>
                </a:solidFill>
                <a:ea typeface="Cambria"/>
              </a:rPr>
              <a:t>  </a:t>
            </a:r>
            <a:r>
              <a:rPr lang="en-US" sz="2000" dirty="0">
                <a:solidFill>
                  <a:srgbClr val="FF0000"/>
                </a:solidFill>
                <a:ea typeface="Cambria"/>
              </a:rPr>
              <a:t>90%</a:t>
            </a:r>
            <a:endParaRPr lang="en-US" sz="16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79F2D6-198C-FF8F-E86F-25F8C562BC1A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Solution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DD21FE-047A-D1B1-0E0E-DA9000DFF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988689" y="420920"/>
            <a:ext cx="1136511" cy="14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81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260ED-6E9B-D792-72A0-31CB2245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F6CF3AA-B459-5A83-1E49-31C29C537789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E2B1F1-5A9A-A3C3-2E84-A54C6EDE2A37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System Architecture &amp; Integration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4FFDD-9CD8-98DA-554C-46425CEA9D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9695"/>
          <a:stretch>
            <a:fillRect/>
          </a:stretch>
        </p:blipFill>
        <p:spPr>
          <a:xfrm>
            <a:off x="2356451" y="2111657"/>
            <a:ext cx="7479098" cy="41517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9043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23DC7-041B-C934-A12A-DB12AE22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B662F91-F03E-329D-8FD6-167EC416A708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DE85B3A-052A-5223-08BD-03AC16715DA9}"/>
              </a:ext>
            </a:extLst>
          </p:cNvPr>
          <p:cNvSpPr txBox="1">
            <a:spLocks/>
          </p:cNvSpPr>
          <p:nvPr/>
        </p:nvSpPr>
        <p:spPr>
          <a:xfrm>
            <a:off x="1779639" y="2268970"/>
            <a:ext cx="8667135" cy="226370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Target users / market : </a:t>
            </a:r>
            <a:r>
              <a:rPr lang="en-US" sz="2000" dirty="0">
                <a:solidFill>
                  <a:schemeClr val="tx1"/>
                </a:solidFill>
                <a:ea typeface="Cambria"/>
              </a:rPr>
              <a:t>Small to medium sized organizations.</a:t>
            </a:r>
          </a:p>
          <a:p>
            <a:pPr algn="l"/>
            <a:endParaRPr lang="en-US" sz="2000" b="1" dirty="0">
              <a:solidFill>
                <a:schemeClr val="tx1"/>
              </a:solidFill>
              <a:ea typeface="Cambria"/>
            </a:endParaRP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Value proposition : </a:t>
            </a:r>
            <a:r>
              <a:rPr lang="en-US" sz="2000" dirty="0">
                <a:solidFill>
                  <a:schemeClr val="tx1"/>
                </a:solidFill>
                <a:ea typeface="Cambria"/>
              </a:rPr>
              <a:t>Provides high-level security without expensive enterprise security infrastructure.</a:t>
            </a:r>
          </a:p>
          <a:p>
            <a:pPr algn="l"/>
            <a:endParaRPr lang="en-US" sz="2000" b="1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09C63D-7A91-DDE3-B1BC-CBD6B88CDF36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Commercialization</a:t>
            </a:r>
          </a:p>
        </p:txBody>
      </p:sp>
      <p:pic>
        <p:nvPicPr>
          <p:cNvPr id="2056" name="Picture 8" descr="Presentation Design Principles For Your Investor Pitch Decks">
            <a:extLst>
              <a:ext uri="{FF2B5EF4-FFF2-40B4-BE49-F238E27FC236}">
                <a16:creationId xmlns:a16="http://schemas.microsoft.com/office/drawing/2014/main" id="{E13C8BF4-16D3-2C6D-F5F6-3B6988D67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440" y="4863187"/>
            <a:ext cx="2124746" cy="164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81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C412-9D51-E51E-0F70-4D720DD5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A4A43F-E95B-20F8-3C83-A126F6FE0C9D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57757A8-D543-D3C4-9133-44A6766DBDAE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35222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Cost and feasibility 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Primarily software-based.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Uses commonly available hardware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Operationally feasible – Little to no training required.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  <a:ea typeface="Cambria"/>
              </a:rPr>
              <a:t>Adoption plan 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Begin with pilot deployment on one department.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User training and feedback.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Gradual organization-wide deployment.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Cambria"/>
              </a:rPr>
              <a:t>Provide technical support if required and feasible.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1CB9590-6D68-A350-9859-946B7A5DCBAD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Commercialization</a:t>
            </a:r>
          </a:p>
        </p:txBody>
      </p:sp>
      <p:pic>
        <p:nvPicPr>
          <p:cNvPr id="2056" name="Picture 8" descr="Presentation Design Principles For Your Investor Pitch Decks">
            <a:extLst>
              <a:ext uri="{FF2B5EF4-FFF2-40B4-BE49-F238E27FC236}">
                <a16:creationId xmlns:a16="http://schemas.microsoft.com/office/drawing/2014/main" id="{AF619765-D127-4609-A916-6DF78222B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071" y="3618271"/>
            <a:ext cx="1657929" cy="128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271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76285-C65F-D49A-676A-A4F2A2E0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BD99C3C-7A0E-7E34-084C-BC1F9AF55D66}"/>
              </a:ext>
            </a:extLst>
          </p:cNvPr>
          <p:cNvSpPr txBox="1">
            <a:spLocks/>
          </p:cNvSpPr>
          <p:nvPr/>
        </p:nvSpPr>
        <p:spPr>
          <a:xfrm>
            <a:off x="914400" y="226897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F1634A-3B6F-FFB1-8712-817D3E6764F9}"/>
              </a:ext>
            </a:extLst>
          </p:cNvPr>
          <p:cNvSpPr txBox="1">
            <a:spLocks/>
          </p:cNvSpPr>
          <p:nvPr/>
        </p:nvSpPr>
        <p:spPr>
          <a:xfrm>
            <a:off x="1779639" y="2268969"/>
            <a:ext cx="8667135" cy="28891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  <a:p>
            <a:pPr algn="l"/>
            <a:endParaRPr lang="en-US" sz="2000" dirty="0">
              <a:solidFill>
                <a:schemeClr val="tx1"/>
              </a:solidFill>
              <a:ea typeface="Cambria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43878CF-1B89-F161-6273-5D39183DB54C}"/>
              </a:ext>
            </a:extLst>
          </p:cNvPr>
          <p:cNvSpPr txBox="1">
            <a:spLocks/>
          </p:cNvSpPr>
          <p:nvPr/>
        </p:nvSpPr>
        <p:spPr>
          <a:xfrm>
            <a:off x="1066800" y="641632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/>
              <a:t>Our Demonstration Plan ......</a:t>
            </a:r>
          </a:p>
        </p:txBody>
      </p:sp>
    </p:spTree>
    <p:extLst>
      <p:ext uri="{BB962C8B-B14F-4D97-AF65-F5344CB8AC3E}">
        <p14:creationId xmlns:p14="http://schemas.microsoft.com/office/powerpoint/2010/main" val="1360751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C609B-7291-E117-E39E-64D44635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rectangular sign with blue text&#10;&#10;AI-generated content may be incorrect.">
            <a:extLst>
              <a:ext uri="{FF2B5EF4-FFF2-40B4-BE49-F238E27FC236}">
                <a16:creationId xmlns:a16="http://schemas.microsoft.com/office/drawing/2014/main" id="{8CE278F3-A94A-B303-FCB9-8D879CC28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667" y="1056190"/>
            <a:ext cx="7890291" cy="44388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530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aca268-e3b2-4935-9488-571ad382c36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FCAD72F4CCFB45A09406EB35919E92" ma:contentTypeVersion="15" ma:contentTypeDescription="Create a new document." ma:contentTypeScope="" ma:versionID="e4bcaddd2a23b64f764f5760b54e7c33">
  <xsd:schema xmlns:xsd="http://www.w3.org/2001/XMLSchema" xmlns:xs="http://www.w3.org/2001/XMLSchema" xmlns:p="http://schemas.microsoft.com/office/2006/metadata/properties" xmlns:ns3="afaca268-e3b2-4935-9488-571ad382c364" xmlns:ns4="162a7144-2f0e-4714-bb73-c0ccd69df26f" targetNamespace="http://schemas.microsoft.com/office/2006/metadata/properties" ma:root="true" ma:fieldsID="e487154ff8d93d8ec3a85638b30a3dc1" ns3:_="" ns4:_="">
    <xsd:import namespace="afaca268-e3b2-4935-9488-571ad382c364"/>
    <xsd:import namespace="162a7144-2f0e-4714-bb73-c0ccd69df2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aca268-e3b2-4935-9488-571ad382c3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a7144-2f0e-4714-bb73-c0ccd69df26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277F76-1780-466B-A13A-E95E5A6AC9C1}">
  <ds:schemaRefs>
    <ds:schemaRef ds:uri="162a7144-2f0e-4714-bb73-c0ccd69df26f"/>
    <ds:schemaRef ds:uri="afaca268-e3b2-4935-9488-571ad382c3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423E749-0000-4E2E-AFAE-F0375B942D85}">
  <ds:schemaRefs>
    <ds:schemaRef ds:uri="162a7144-2f0e-4714-bb73-c0ccd69df26f"/>
    <ds:schemaRef ds:uri="afaca268-e3b2-4935-9488-571ad382c3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EECDA20-4C66-4D08-91EB-782EF44CEB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Proposal-Presentation-Template</Template>
  <TotalTime>423</TotalTime>
  <Words>266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Adobe Devanagari</vt:lpstr>
      <vt:lpstr>Arial</vt:lpstr>
      <vt:lpstr>Calibri</vt:lpstr>
      <vt:lpstr>Cambria</vt:lpstr>
      <vt:lpstr>Wingdings</vt:lpstr>
      <vt:lpstr>Office Theme</vt:lpstr>
      <vt:lpstr>SafeLAN: Adaptive Secure File System for LAN environment</vt:lpstr>
      <vt:lpstr>Research 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HIRIMUTHUGODA N A it22323002</dc:creator>
  <cp:lastModifiedBy>Anjula Hirimuthugoda</cp:lastModifiedBy>
  <cp:revision>2</cp:revision>
  <dcterms:created xsi:type="dcterms:W3CDTF">2025-09-08T16:09:34Z</dcterms:created>
  <dcterms:modified xsi:type="dcterms:W3CDTF">2026-03-08T20:01:08Z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0x010100B4FCAD72F4CCFB45A09406EB35919E92</vt:lpwstr>
  </property>
</Properties>
</file>